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72" r:id="rId3"/>
    <p:sldId id="377" r:id="rId4"/>
    <p:sldId id="378" r:id="rId5"/>
    <p:sldId id="379" r:id="rId6"/>
    <p:sldId id="260" r:id="rId7"/>
  </p:sldIdLst>
  <p:sldSz cx="12192000" cy="6858000"/>
  <p:notesSz cx="6858000" cy="9144000"/>
  <p:custDataLst>
    <p:tags r:id="rId10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7" autoAdjust="0"/>
    <p:restoredTop sz="95244" autoAdjust="0"/>
  </p:normalViewPr>
  <p:slideViewPr>
    <p:cSldViewPr snapToGrid="0">
      <p:cViewPr varScale="1">
        <p:scale>
          <a:sx n="107" d="100"/>
          <a:sy n="107" d="100"/>
        </p:scale>
        <p:origin x="9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2025/2/9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2025/2/9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21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4358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4633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0176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5.12 </a:t>
            </a:r>
            <a:r>
              <a:rPr lang="zh-CN" altLang="en-US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全向轮与麦轮适配算法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2" y="1550046"/>
            <a:ext cx="11029616" cy="100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现象分析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解决方法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2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现象分析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702446"/>
            <a:ext cx="11029616" cy="2218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我们的全向轮与麦轮在高速平动时，可能会“跑偏”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进一步分析，问题在于全向轮与麦轮都是有自由转动的滚子的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在滚子间来回切换时，滚子要从静止状态转变成随动随转状态，可能会造成打滑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这种打滑，在重心不居中的底盘上尤为明显，因为此时不同的轮组打滑程度是不一样的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最好的解决方式是改机械，但电控也能做点事情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605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 </a:t>
            </a:r>
            <a:r>
              <a:rPr lang="zh-CN" altLang="en-US" sz="4000" cap="none" dirty="0"/>
              <a:t>解决方法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702446"/>
            <a:ext cx="11029616" cy="293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像前几章节一样，还是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（用到了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kp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输入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当前值：底盘陀螺仪反馈的角速度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目标值：底盘理想的目标角速度，或者说操作手想要的角速度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输出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控制值：底盘用于解算的目标旋转速度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这个输出值不是直接取代底盘目标旋转速度，而是叠加到底盘的目标旋转速度上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DB1427-D1DB-4FC0-B2AA-B689B9CD6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460" y="5049486"/>
            <a:ext cx="432435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8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 </a:t>
            </a:r>
            <a:r>
              <a:rPr lang="zh-CN" altLang="en-US" sz="4000" cap="none" dirty="0"/>
              <a:t>解决方法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702446"/>
            <a:ext cx="11029616" cy="2218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当然，这种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方法治标不治本，只能略微改善操作手的手感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参数给小了收敛慢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参数给大了容易震荡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根据原理，当达到目标值时，起作用的是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会导致一定的延迟，且平动速度变化时可能会震荡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最好是机械一开始设计的时候，保证重心尽量居中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602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265</Words>
  <Application>Microsoft Office PowerPoint</Application>
  <PresentationFormat>宽屏</PresentationFormat>
  <Paragraphs>34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 UI</vt:lpstr>
      <vt:lpstr>Arial</vt:lpstr>
      <vt:lpstr>Gill Sans MT</vt:lpstr>
      <vt:lpstr>Wingdings 2</vt:lpstr>
      <vt:lpstr>红利</vt:lpstr>
      <vt:lpstr>5.12 全向轮与麦轮适配算法</vt:lpstr>
      <vt:lpstr>目录</vt:lpstr>
      <vt:lpstr>1 现象分析</vt:lpstr>
      <vt:lpstr>2 解决方法</vt:lpstr>
      <vt:lpstr>2 解决方法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2019-12-13T06:13:00Z</dcterms:created>
  <dcterms:modified xsi:type="dcterms:W3CDTF">2025-02-09T12:16:26Z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5F80E70E50E141FFB62F51F4FF0185D8</vt:lpwstr>
  </property>
  <property fmtid="{D5CDD505-2E9C-101B-9397-08002B2CF9AE}" pid="4" name="KSOProductBuildVer">
    <vt:lpwstr>2052-11.1.0.12980</vt:lpwstr>
  </property>
</Properties>
</file>